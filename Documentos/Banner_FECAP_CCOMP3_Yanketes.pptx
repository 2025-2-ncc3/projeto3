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28790900" cy="43192700"/>
  <p:notesSz cx="6858000" cy="9144000"/>
  <p:embeddedFontLst>
    <p:embeddedFont>
      <p:font typeface="Arial Bold" charset="1" panose="020B0704020202020204"/>
      <p:regular r:id="rId10"/>
    </p:embeddedFont>
    <p:embeddedFont>
      <p:font typeface="Arial" charset="1" panose="020B0604020202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png" Type="http://schemas.openxmlformats.org/officeDocument/2006/relationships/image"/><Relationship Id="rId14" Target="../media/image12.png" Type="http://schemas.openxmlformats.org/officeDocument/2006/relationships/image"/><Relationship Id="rId15" Target="../media/image13.png" Type="http://schemas.openxmlformats.org/officeDocument/2006/relationships/image"/><Relationship Id="rId16" Target="../media/image14.png" Type="http://schemas.openxmlformats.org/officeDocument/2006/relationships/image"/><Relationship Id="rId17" Target="../media/image15.png" Type="http://schemas.openxmlformats.org/officeDocument/2006/relationships/image"/><Relationship Id="rId18" Target="../media/image16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740" y="10648"/>
            <a:ext cx="28774944" cy="43179343"/>
            <a:chOff x="0" y="0"/>
            <a:chExt cx="38366592" cy="57572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66573" cy="57572399"/>
            </a:xfrm>
            <a:custGeom>
              <a:avLst/>
              <a:gdLst/>
              <a:ahLst/>
              <a:cxnLst/>
              <a:rect r="r" b="b" t="t" l="l"/>
              <a:pathLst>
                <a:path h="57572399" w="38366573">
                  <a:moveTo>
                    <a:pt x="0" y="0"/>
                  </a:moveTo>
                  <a:lnTo>
                    <a:pt x="38366573" y="0"/>
                  </a:lnTo>
                  <a:lnTo>
                    <a:pt x="38366573" y="57572399"/>
                  </a:lnTo>
                  <a:lnTo>
                    <a:pt x="0" y="5757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40" y="2566206"/>
            <a:ext cx="28800425" cy="766843"/>
            <a:chOff x="0" y="0"/>
            <a:chExt cx="38400567" cy="1022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0568" cy="1022458"/>
            </a:xfrm>
            <a:custGeom>
              <a:avLst/>
              <a:gdLst/>
              <a:ahLst/>
              <a:cxnLst/>
              <a:rect r="r" b="b" t="t" l="l"/>
              <a:pathLst>
                <a:path h="1022458" w="38400568">
                  <a:moveTo>
                    <a:pt x="0" y="0"/>
                  </a:moveTo>
                  <a:lnTo>
                    <a:pt x="38400568" y="0"/>
                  </a:lnTo>
                  <a:lnTo>
                    <a:pt x="38400568" y="1022458"/>
                  </a:lnTo>
                  <a:lnTo>
                    <a:pt x="0" y="1022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400567" cy="105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79"/>
                </a:lnSpc>
              </a:pPr>
              <a:r>
                <a:rPr lang="en-US" sz="3733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Bruno Eduardo, Eric Bittu, Vivian Umaki e Yanko Lee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8055" y="1351621"/>
            <a:ext cx="27924315" cy="1788369"/>
            <a:chOff x="0" y="0"/>
            <a:chExt cx="37232420" cy="23844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232419" cy="2384491"/>
            </a:xfrm>
            <a:custGeom>
              <a:avLst/>
              <a:gdLst/>
              <a:ahLst/>
              <a:cxnLst/>
              <a:rect r="r" b="b" t="t" l="l"/>
              <a:pathLst>
                <a:path h="2384491" w="37232419">
                  <a:moveTo>
                    <a:pt x="0" y="0"/>
                  </a:moveTo>
                  <a:lnTo>
                    <a:pt x="37232419" y="0"/>
                  </a:lnTo>
                  <a:lnTo>
                    <a:pt x="37232419" y="2384491"/>
                  </a:lnTo>
                  <a:lnTo>
                    <a:pt x="0" y="23844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7232420" cy="24130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39"/>
                </a:lnSpc>
              </a:pPr>
              <a:r>
                <a:rPr lang="en-US" sz="5866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Comedoria da Tia - Yanketes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0883" y="288300"/>
            <a:ext cx="25809904" cy="1648663"/>
            <a:chOff x="0" y="0"/>
            <a:chExt cx="34413205" cy="2198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13205" cy="2198217"/>
            </a:xfrm>
            <a:custGeom>
              <a:avLst/>
              <a:gdLst/>
              <a:ahLst/>
              <a:cxnLst/>
              <a:rect r="r" b="b" t="t" l="l"/>
              <a:pathLst>
                <a:path h="2198217" w="34413205">
                  <a:moveTo>
                    <a:pt x="0" y="0"/>
                  </a:moveTo>
                  <a:lnTo>
                    <a:pt x="34413205" y="0"/>
                  </a:lnTo>
                  <a:lnTo>
                    <a:pt x="34413205" y="2198217"/>
                  </a:lnTo>
                  <a:lnTo>
                    <a:pt x="0" y="2198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4413205" cy="2226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598"/>
                </a:lnSpc>
              </a:pPr>
              <a:r>
                <a:rPr lang="en-US" sz="7998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Semana de Tecnologia FECAP 2025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02466" y="3187615"/>
            <a:ext cx="29592614" cy="1355109"/>
            <a:chOff x="0" y="0"/>
            <a:chExt cx="39456819" cy="18068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456820" cy="1806812"/>
            </a:xfrm>
            <a:custGeom>
              <a:avLst/>
              <a:gdLst/>
              <a:ahLst/>
              <a:cxnLst/>
              <a:rect r="r" b="b" t="t" l="l"/>
              <a:pathLst>
                <a:path h="1806812" w="39456820">
                  <a:moveTo>
                    <a:pt x="0" y="0"/>
                  </a:moveTo>
                  <a:lnTo>
                    <a:pt x="39456820" y="0"/>
                  </a:lnTo>
                  <a:lnTo>
                    <a:pt x="39456820" y="1806812"/>
                  </a:lnTo>
                  <a:lnTo>
                    <a:pt x="0" y="1806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9456819" cy="1816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99"/>
                </a:lnSpc>
              </a:pPr>
              <a:r>
                <a:rPr lang="en-US" sz="2666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Professores:  Kátia Bossi, Marco Aurélio, Rodrigo da Rosa, Victor Quiroz</a:t>
              </a:r>
            </a:p>
            <a:p>
              <a:pPr algn="ctr">
                <a:lnSpc>
                  <a:spcPts val="3199"/>
                </a:lnSpc>
              </a:pP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2752" y="40356014"/>
            <a:ext cx="3095947" cy="3115297"/>
            <a:chOff x="0" y="0"/>
            <a:chExt cx="4127929" cy="4153729"/>
          </a:xfrm>
        </p:grpSpPr>
        <p:sp>
          <p:nvSpPr>
            <p:cNvPr name="Freeform 17" id="17" descr="Uma imagem contendo óculos  O conteúdo gerado por IA pode estar incorreto."/>
            <p:cNvSpPr/>
            <p:nvPr/>
          </p:nvSpPr>
          <p:spPr>
            <a:xfrm flipH="false" flipV="false" rot="0">
              <a:off x="0" y="0"/>
              <a:ext cx="4127881" cy="4153789"/>
            </a:xfrm>
            <a:custGeom>
              <a:avLst/>
              <a:gdLst/>
              <a:ahLst/>
              <a:cxnLst/>
              <a:rect r="r" b="b" t="t" l="l"/>
              <a:pathLst>
                <a:path h="4153789" w="4127881">
                  <a:moveTo>
                    <a:pt x="0" y="0"/>
                  </a:moveTo>
                  <a:lnTo>
                    <a:pt x="4127881" y="0"/>
                  </a:lnTo>
                  <a:lnTo>
                    <a:pt x="4127881" y="4153789"/>
                  </a:lnTo>
                  <a:lnTo>
                    <a:pt x="0" y="4153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1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5801752" y="40382747"/>
            <a:ext cx="3095945" cy="3105591"/>
            <a:chOff x="0" y="0"/>
            <a:chExt cx="4127927" cy="4140788"/>
          </a:xfrm>
        </p:grpSpPr>
        <p:sp>
          <p:nvSpPr>
            <p:cNvPr name="Freeform 19" id="19" descr="Uma imagem contendo óculos, caneca  O conteúdo gerado por IA pode estar incorreto."/>
            <p:cNvSpPr/>
            <p:nvPr/>
          </p:nvSpPr>
          <p:spPr>
            <a:xfrm flipH="false" flipV="false" rot="0">
              <a:off x="0" y="0"/>
              <a:ext cx="4127881" cy="4140835"/>
            </a:xfrm>
            <a:custGeom>
              <a:avLst/>
              <a:gdLst/>
              <a:ahLst/>
              <a:cxnLst/>
              <a:rect r="r" b="b" t="t" l="l"/>
              <a:pathLst>
                <a:path h="4140835" w="4127881">
                  <a:moveTo>
                    <a:pt x="0" y="0"/>
                  </a:moveTo>
                  <a:lnTo>
                    <a:pt x="4127881" y="0"/>
                  </a:lnTo>
                  <a:lnTo>
                    <a:pt x="4127881" y="4140835"/>
                  </a:lnTo>
                  <a:lnTo>
                    <a:pt x="0" y="414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1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22557828" y="14560782"/>
            <a:ext cx="3688518" cy="2766387"/>
            <a:chOff x="0" y="0"/>
            <a:chExt cx="3003713" cy="2252784"/>
          </a:xfrm>
        </p:grpSpPr>
        <p:sp>
          <p:nvSpPr>
            <p:cNvPr name="Freeform 21" id="21" descr="Uma imagem contendo Ícone  O conteúdo gerado por IA pode estar incorreto."/>
            <p:cNvSpPr/>
            <p:nvPr/>
          </p:nvSpPr>
          <p:spPr>
            <a:xfrm flipH="false" flipV="false" rot="0">
              <a:off x="0" y="0"/>
              <a:ext cx="3003677" cy="2252726"/>
            </a:xfrm>
            <a:custGeom>
              <a:avLst/>
              <a:gdLst/>
              <a:ahLst/>
              <a:cxnLst/>
              <a:rect r="r" b="b" t="t" l="l"/>
              <a:pathLst>
                <a:path h="2252726" w="3003677">
                  <a:moveTo>
                    <a:pt x="0" y="0"/>
                  </a:moveTo>
                  <a:lnTo>
                    <a:pt x="3003677" y="0"/>
                  </a:lnTo>
                  <a:lnTo>
                    <a:pt x="3003677" y="2252726"/>
                  </a:lnTo>
                  <a:lnTo>
                    <a:pt x="0" y="2252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2" r="-1" b="-84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9790613" y="11867497"/>
            <a:ext cx="2767214" cy="2767214"/>
            <a:chOff x="0" y="0"/>
            <a:chExt cx="2089671" cy="20896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9658" cy="2089658"/>
            </a:xfrm>
            <a:custGeom>
              <a:avLst/>
              <a:gdLst/>
              <a:ahLst/>
              <a:cxnLst/>
              <a:rect r="r" b="b" t="t" l="l"/>
              <a:pathLst>
                <a:path h="2089658" w="2089658">
                  <a:moveTo>
                    <a:pt x="0" y="0"/>
                  </a:moveTo>
                  <a:lnTo>
                    <a:pt x="2089658" y="0"/>
                  </a:lnTo>
                  <a:lnTo>
                    <a:pt x="2089658" y="2089658"/>
                  </a:lnTo>
                  <a:lnTo>
                    <a:pt x="0" y="2089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5908872" y="14340230"/>
            <a:ext cx="3207491" cy="3207491"/>
            <a:chOff x="0" y="0"/>
            <a:chExt cx="2787929" cy="27879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87904" cy="2787904"/>
            </a:xfrm>
            <a:custGeom>
              <a:avLst/>
              <a:gdLst/>
              <a:ahLst/>
              <a:cxnLst/>
              <a:rect r="r" b="b" t="t" l="l"/>
              <a:pathLst>
                <a:path h="2787904" w="2787904">
                  <a:moveTo>
                    <a:pt x="0" y="0"/>
                  </a:moveTo>
                  <a:lnTo>
                    <a:pt x="2787904" y="0"/>
                  </a:lnTo>
                  <a:lnTo>
                    <a:pt x="2787904" y="2787904"/>
                  </a:lnTo>
                  <a:lnTo>
                    <a:pt x="0" y="278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3497497" y="11679275"/>
            <a:ext cx="3250564" cy="3250564"/>
            <a:chOff x="0" y="0"/>
            <a:chExt cx="2609471" cy="26094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09469" cy="2609469"/>
            </a:xfrm>
            <a:custGeom>
              <a:avLst/>
              <a:gdLst/>
              <a:ahLst/>
              <a:cxnLst/>
              <a:rect r="r" b="b" t="t" l="l"/>
              <a:pathLst>
                <a:path h="2609469" w="2609469">
                  <a:moveTo>
                    <a:pt x="0" y="0"/>
                  </a:moveTo>
                  <a:lnTo>
                    <a:pt x="2609469" y="0"/>
                  </a:lnTo>
                  <a:lnTo>
                    <a:pt x="2609469" y="2609469"/>
                  </a:lnTo>
                  <a:lnTo>
                    <a:pt x="0" y="2609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5743866" y="11692850"/>
            <a:ext cx="4100777" cy="6718293"/>
            <a:chOff x="0" y="0"/>
            <a:chExt cx="5735236" cy="93960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35193" cy="9395968"/>
            </a:xfrm>
            <a:custGeom>
              <a:avLst/>
              <a:gdLst/>
              <a:ahLst/>
              <a:cxnLst/>
              <a:rect r="r" b="b" t="t" l="l"/>
              <a:pathLst>
                <a:path h="9395968" w="5735193">
                  <a:moveTo>
                    <a:pt x="0" y="0"/>
                  </a:moveTo>
                  <a:lnTo>
                    <a:pt x="5735193" y="0"/>
                  </a:lnTo>
                  <a:lnTo>
                    <a:pt x="5735193" y="9395968"/>
                  </a:lnTo>
                  <a:lnTo>
                    <a:pt x="0" y="9395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6217" r="0" b="-16217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540883" y="11676184"/>
            <a:ext cx="3697396" cy="6699243"/>
            <a:chOff x="0" y="0"/>
            <a:chExt cx="4929861" cy="89323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29886" cy="8932291"/>
            </a:xfrm>
            <a:custGeom>
              <a:avLst/>
              <a:gdLst/>
              <a:ahLst/>
              <a:cxnLst/>
              <a:rect r="r" b="b" t="t" l="l"/>
              <a:pathLst>
                <a:path h="8932291" w="4929886">
                  <a:moveTo>
                    <a:pt x="0" y="0"/>
                  </a:moveTo>
                  <a:lnTo>
                    <a:pt x="4929886" y="0"/>
                  </a:lnTo>
                  <a:lnTo>
                    <a:pt x="4929886" y="8932291"/>
                  </a:lnTo>
                  <a:lnTo>
                    <a:pt x="0" y="8932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9444" r="0" b="-9444"/>
              </a:stretch>
            </a:blip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6000483" y="18763568"/>
            <a:ext cx="3587543" cy="7101872"/>
            <a:chOff x="0" y="0"/>
            <a:chExt cx="4804027" cy="95100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04029" cy="9510014"/>
            </a:xfrm>
            <a:custGeom>
              <a:avLst/>
              <a:gdLst/>
              <a:ahLst/>
              <a:cxnLst/>
              <a:rect r="r" b="b" t="t" l="l"/>
              <a:pathLst>
                <a:path h="9510014" w="4804029">
                  <a:moveTo>
                    <a:pt x="0" y="0"/>
                  </a:moveTo>
                  <a:lnTo>
                    <a:pt x="4804029" y="0"/>
                  </a:lnTo>
                  <a:lnTo>
                    <a:pt x="4804029" y="9510014"/>
                  </a:lnTo>
                  <a:lnTo>
                    <a:pt x="0" y="9510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4709" r="0" b="-4709"/>
              </a:stretch>
            </a:blipFill>
          </p:spPr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5925977" y="26215570"/>
            <a:ext cx="3662048" cy="7023437"/>
            <a:chOff x="0" y="0"/>
            <a:chExt cx="4975599" cy="95426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75606" cy="9542653"/>
            </a:xfrm>
            <a:custGeom>
              <a:avLst/>
              <a:gdLst/>
              <a:ahLst/>
              <a:cxnLst/>
              <a:rect r="r" b="b" t="t" l="l"/>
              <a:pathLst>
                <a:path h="9542653" w="4975606">
                  <a:moveTo>
                    <a:pt x="0" y="0"/>
                  </a:moveTo>
                  <a:lnTo>
                    <a:pt x="4975606" y="0"/>
                  </a:lnTo>
                  <a:lnTo>
                    <a:pt x="4975606" y="9542653"/>
                  </a:lnTo>
                  <a:lnTo>
                    <a:pt x="0" y="954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6596" r="0" b="-6596"/>
              </a:stretch>
            </a:blipFill>
          </p:spPr>
        </p:sp>
      </p:grpSp>
      <p:grpSp>
        <p:nvGrpSpPr>
          <p:cNvPr name="Group 36" id="36"/>
          <p:cNvGrpSpPr>
            <a:grpSpLocks noChangeAspect="true"/>
          </p:cNvGrpSpPr>
          <p:nvPr/>
        </p:nvGrpSpPr>
        <p:grpSpPr>
          <a:xfrm rot="0">
            <a:off x="1540883" y="18763568"/>
            <a:ext cx="3596893" cy="7101872"/>
            <a:chOff x="0" y="0"/>
            <a:chExt cx="4795857" cy="94691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95901" cy="9469120"/>
            </a:xfrm>
            <a:custGeom>
              <a:avLst/>
              <a:gdLst/>
              <a:ahLst/>
              <a:cxnLst/>
              <a:rect r="r" b="b" t="t" l="l"/>
              <a:pathLst>
                <a:path h="9469120" w="4795901">
                  <a:moveTo>
                    <a:pt x="0" y="0"/>
                  </a:moveTo>
                  <a:lnTo>
                    <a:pt x="4795901" y="0"/>
                  </a:lnTo>
                  <a:lnTo>
                    <a:pt x="4795901" y="9469120"/>
                  </a:lnTo>
                  <a:lnTo>
                    <a:pt x="0" y="9469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670" r="0" b="-4670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3883933" y="18132566"/>
            <a:ext cx="11813361" cy="6930744"/>
          </a:xfrm>
          <a:custGeom>
            <a:avLst/>
            <a:gdLst/>
            <a:ahLst/>
            <a:cxnLst/>
            <a:rect r="r" b="b" t="t" l="l"/>
            <a:pathLst>
              <a:path h="6930744" w="11813361">
                <a:moveTo>
                  <a:pt x="0" y="0"/>
                </a:moveTo>
                <a:lnTo>
                  <a:pt x="11813361" y="0"/>
                </a:lnTo>
                <a:lnTo>
                  <a:pt x="11813361" y="6930743"/>
                </a:lnTo>
                <a:lnTo>
                  <a:pt x="0" y="69307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-15603" b="0"/>
            </a:stretch>
          </a:blipFill>
        </p:spPr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5613417" y="26189612"/>
            <a:ext cx="3502945" cy="6718293"/>
            <a:chOff x="0" y="0"/>
            <a:chExt cx="4975599" cy="954269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75606" cy="9542653"/>
            </a:xfrm>
            <a:custGeom>
              <a:avLst/>
              <a:gdLst/>
              <a:ahLst/>
              <a:cxnLst/>
              <a:rect r="r" b="b" t="t" l="l"/>
              <a:pathLst>
                <a:path h="9542653" w="4975606">
                  <a:moveTo>
                    <a:pt x="0" y="0"/>
                  </a:moveTo>
                  <a:lnTo>
                    <a:pt x="4975606" y="0"/>
                  </a:lnTo>
                  <a:lnTo>
                    <a:pt x="4975606" y="9542653"/>
                  </a:lnTo>
                  <a:lnTo>
                    <a:pt x="0" y="954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359" r="0" b="-10990"/>
              </a:stretch>
            </a:blip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20525492" y="26189612"/>
            <a:ext cx="3502945" cy="6718293"/>
            <a:chOff x="0" y="0"/>
            <a:chExt cx="4975599" cy="954269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75606" cy="9542653"/>
            </a:xfrm>
            <a:custGeom>
              <a:avLst/>
              <a:gdLst/>
              <a:ahLst/>
              <a:cxnLst/>
              <a:rect r="r" b="b" t="t" l="l"/>
              <a:pathLst>
                <a:path h="9542653" w="4975606">
                  <a:moveTo>
                    <a:pt x="0" y="0"/>
                  </a:moveTo>
                  <a:lnTo>
                    <a:pt x="4975606" y="0"/>
                  </a:lnTo>
                  <a:lnTo>
                    <a:pt x="4975606" y="9542653"/>
                  </a:lnTo>
                  <a:lnTo>
                    <a:pt x="0" y="954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3968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1587857" y="26236428"/>
            <a:ext cx="3502945" cy="6718293"/>
            <a:chOff x="0" y="0"/>
            <a:chExt cx="4975599" cy="954269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75606" cy="9542653"/>
            </a:xfrm>
            <a:custGeom>
              <a:avLst/>
              <a:gdLst/>
              <a:ahLst/>
              <a:cxnLst/>
              <a:rect r="r" b="b" t="t" l="l"/>
              <a:pathLst>
                <a:path h="9542653" w="4975606">
                  <a:moveTo>
                    <a:pt x="0" y="0"/>
                  </a:moveTo>
                  <a:lnTo>
                    <a:pt x="4975606" y="0"/>
                  </a:lnTo>
                  <a:lnTo>
                    <a:pt x="4975606" y="9542653"/>
                  </a:lnTo>
                  <a:lnTo>
                    <a:pt x="0" y="954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4775" r="0" b="-4775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744594" y="5009450"/>
            <a:ext cx="13101971" cy="314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Problema a ser tratado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 Durante o intervalo entre as aulas, forma-se uma grande fila na “Comedoria da Tia”, resultando em longos tempos de espera para os estudantes. Esse acúmulo de pessoas causa perda significativa do tempo destinado ao descanso e à alimentação, além de gerar desconforto e diminuir a eficiência do atendimento. A falta de um sistema organizado de gestão de pedidos contribui para a sobrecarga no local e impacta negativamente a experiência dos usuários.</a:t>
            </a:r>
          </a:p>
          <a:p>
            <a:pPr algn="just">
              <a:lnSpc>
                <a:spcPts val="2879"/>
              </a:lnSpc>
            </a:pPr>
          </a:p>
          <a:p>
            <a:pPr algn="just">
              <a:lnSpc>
                <a:spcPts val="3199"/>
              </a:lnSpc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50871" y="9848821"/>
            <a:ext cx="12685939" cy="150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86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Imagens e ferramentas do Projeto</a:t>
            </a:r>
          </a:p>
          <a:p>
            <a:pPr algn="just">
              <a:lnSpc>
                <a:spcPts val="4479"/>
              </a:lnSpc>
            </a:pPr>
            <a:r>
              <a:rPr lang="en-US" sz="37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81962" y="5009449"/>
            <a:ext cx="13101971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Sobre a equipe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Equipe formada por Eric, Yanko, Vivian e Bruno.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Eric: Responsável pelo sistema de login, registro e a estruturação do banco de dados.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Yanko: Criação da edição de produtos, navbar e suas funcionalidades.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Vivian: Estilização das telas, sistema de pedidos e refinamentos.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Bruno: Criação do cárdapio, perfil e gestão de disponibilidade.</a:t>
            </a:r>
          </a:p>
          <a:p>
            <a:pPr algn="just">
              <a:lnSpc>
                <a:spcPts val="2879"/>
              </a:lnSpc>
            </a:pP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de tarefas individuais, todos colaboraram com o fluxo do projeto e correção de bugs.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721793" y="33560563"/>
            <a:ext cx="13136030" cy="563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Solução proposta</a:t>
            </a:r>
          </a:p>
          <a:p>
            <a:pPr algn="just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base no problema apresentado, foi proposto o desenvolvimento de um aplicativo móvel para gerenciar os processos da cantina, eliminando a necessidade de grandes filas para compras e economizando tempo de ambos os alunos e da equipe da cantina.</a:t>
            </a:r>
          </a:p>
          <a:p>
            <a:pPr algn="just">
              <a:lnSpc>
                <a:spcPts val="2879"/>
              </a:lnSpc>
            </a:pP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Trabalhos na criação de um aplicativo rápido e intuitivo que permita que os alunos: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Criem uma conta própria para fácil identificação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Naveguem o cardápio completo da cantina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Realizem pedidos com todos os produtos desejados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Façam pagamentos através do aplicativo</a:t>
            </a:r>
          </a:p>
          <a:p>
            <a:pPr algn="just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Vejam seu histórico de pedidos para repetir compras</a:t>
            </a:r>
          </a:p>
          <a:p>
            <a:pPr algn="just">
              <a:lnSpc>
                <a:spcPts val="2879"/>
              </a:lnSpc>
            </a:pP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Dessa forma, a implementação do aplicativo nos processos da cantina resultará em maior agilidade na compra e preparação de pedidos, gerando maior satisfação aos clientes e eliminando gargalos que atrasam o fluxo.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738224" y="33560563"/>
            <a:ext cx="13136030" cy="527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Futuro do projeto</a:t>
            </a:r>
          </a:p>
          <a:p>
            <a:pPr algn="just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  </a:t>
            </a: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Funcionalidades Futuras: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Favoritos e agendamento de pedidos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Relatórios e dashboards para gestão eficiente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Sistema de notificações e níveis de fidelidade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Sugestões, avaliações e comentários dos produtos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• Filtros por restrições alimentares</a:t>
            </a:r>
          </a:p>
          <a:p>
            <a:pPr algn="just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 que será necessário: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Investimento em desenvolvimento, design e integração de dados.</a:t>
            </a:r>
          </a:p>
          <a:p>
            <a:pPr algn="just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 estimado: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Definido conforme o avanço de cada etapa.</a:t>
            </a:r>
          </a:p>
          <a:p>
            <a:pPr algn="just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Impacto e Mudança Proporcionada: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A proposta busca otimizar o atendimento, reduzir filas e aumentar a satisfação de clientes e equipe. O projeto trará mais agilidade, personalização e eficiência, transformando a experiência na cantina em algo moderno e prático.</a:t>
            </a:r>
          </a:p>
          <a:p>
            <a:pPr algn="just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DAG3TvH2sTc</dc:identifier>
  <dcterms:modified xsi:type="dcterms:W3CDTF">2011-08-01T06:04:30Z</dcterms:modified>
  <cp:revision>1</cp:revision>
  <dc:title>Banner_FECAP_CCOMP3_Yanketes.pptx</dc:title>
</cp:coreProperties>
</file>